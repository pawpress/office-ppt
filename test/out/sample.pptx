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02DEC0-3958-42E1-AAB9-34C7344E4D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封面备注：这是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桥生成的封面页。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5E6743-DEFC-42BC-9FC1-0633C3FEAA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3B5165-59C7-4F67-9287-99EB39132E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DE57A8-384D-45B8-BA51-EB435D2820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2563E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14080" y="1783080"/>
            <a:ext cx="1116396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Microsoft YaHei"/>
                <a:ea typeface="Microsoft YaHei"/>
              </a:rPr>
              <a:t>ENGINE PROBE · 2026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14080" y="2194560"/>
            <a:ext cx="9021960" cy="16459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zh-CN" sz="4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用本机 </a:t>
            </a:r>
            <a:r>
              <a:rPr lang="en-US" sz="4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4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直接做 </a:t>
            </a:r>
            <a:r>
              <a:rPr lang="en-US" sz="4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PPT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14080" y="3977640"/>
            <a:ext cx="8534160" cy="123444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UNO </a:t>
            </a:r>
            <a:r>
              <a:rPr lang="zh-CN" sz="20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桥 → </a:t>
            </a:r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ODP / PPTX / PDF / </a:t>
            </a:r>
            <a:r>
              <a:rPr lang="zh-CN" sz="20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逐页 </a:t>
            </a:r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PNG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14080" y="6019920"/>
            <a:ext cx="10587960" cy="28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1174040" y="6019920"/>
            <a:ext cx="504000" cy="28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14080" y="442080"/>
            <a:ext cx="11163960" cy="52776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1" u="none" strike="noStrike">
                <a:solidFill>
                  <a:srgbClr val="2563EB"/>
                </a:solidFill>
                <a:effectLst/>
                <a:uFillTx/>
                <a:latin typeface="Microsoft YaHei"/>
                <a:ea typeface="Microsoft YaHei"/>
              </a:rPr>
              <a:t>能力边界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14080" y="694080"/>
            <a:ext cx="11163960" cy="52776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zh-CN" sz="28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它到底能做什么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14080" y="1342080"/>
            <a:ext cx="576000" cy="36000"/>
          </a:xfrm>
          <a:prstGeom prst="rect">
            <a:avLst/>
          </a:prstGeom>
          <a:solidFill>
            <a:srgbClr val="2563EB"/>
          </a:solidFill>
          <a:ln w="38160">
            <a:noFill/>
          </a:ln>
        </p:spPr>
        <p:txBody>
          <a:bodyPr lIns="90000" tIns="-9000" rIns="90000" bIns="-9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14080" y="1594080"/>
            <a:ext cx="11163960" cy="52776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•  建页、文本框、字号字重、对齐锚点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•  插入图片并等比居中裁剪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•  原生表格（表头底色 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斑马纹）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•  演讲者备注写入 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NotesPage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•  切页动画写入 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TransitionType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•  导出 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ODP / PPTX / PDF / </a:t>
            </a:r>
            <a:r>
              <a:rPr lang="zh-CN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逐页 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PNG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14080" y="6019920"/>
            <a:ext cx="10587960" cy="52776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174040" y="6019920"/>
            <a:ext cx="504000" cy="52776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14080" y="514080"/>
            <a:ext cx="11163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zh-CN" sz="28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实测数据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14080" y="1144080"/>
            <a:ext cx="576000" cy="36000"/>
          </a:xfrm>
          <a:prstGeom prst="rect">
            <a:avLst/>
          </a:prstGeom>
          <a:solidFill>
            <a:srgbClr val="2563EB"/>
          </a:solidFill>
          <a:ln w="38160">
            <a:noFill/>
          </a:ln>
        </p:spPr>
        <p:txBody>
          <a:bodyPr lIns="90000" tIns="-9000" rIns="90000" bIns="-9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" name=""/>
          <p:cNvGraphicFramePr/>
          <p:nvPr/>
        </p:nvGraphicFramePr>
        <p:xfrm>
          <a:off x="514080" y="1450080"/>
          <a:ext cx="11163960" cy="4320000"/>
        </p:xfrm>
        <a:graphic>
          <a:graphicData uri="http://schemas.openxmlformats.org/drawingml/2006/table">
            <a:tbl>
              <a:tblPr/>
              <a:tblGrid>
                <a:gridCol w="3721320"/>
                <a:gridCol w="3721320"/>
                <a:gridCol w="3721320"/>
              </a:tblGrid>
              <a:tr h="864000"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项目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结果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备注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64000"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UNO </a:t>
                      </a:r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连接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0.51 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独立 </a:t>
                      </a:r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UserInstallation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64000"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建文档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0.88 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private:factory/simpress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64000"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导出 </a:t>
                      </a:r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PPTX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通过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Impress MS PowerPoint 2007 XML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64000"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导出 </a:t>
                      </a:r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PNG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zh-CN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逐页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0800" tIns="50400" rIns="50400" bIns="50400" anchor="ctr">
                      <a:noAutofit/>
                    </a:bodyPr>
                    <a:p>
                      <a:pPr/>
                      <a:r>
                        <a:rPr lang="en-US" sz="13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FilterData PageNumber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0800" marR="50400" marT="50400" marB="50400">
                    <a:lnL w="7200">
                      <a:solidFill>
                        <a:srgbClr val="D1D5DB"/>
                      </a:solidFill>
                      <a:prstDash val="solid"/>
                    </a:lnL>
                    <a:lnR w="7200">
                      <a:solidFill>
                        <a:srgbClr val="D1D5DB"/>
                      </a:solidFill>
                      <a:prstDash val="solid"/>
                    </a:lnR>
                    <a:lnT w="7200">
                      <a:solidFill>
                        <a:srgbClr val="D1D5DB"/>
                      </a:solidFill>
                      <a:prstDash val="solid"/>
                    </a:lnT>
                    <a:lnB w="7200">
                      <a:solidFill>
                        <a:srgbClr val="D1D5DB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3" name=""/>
          <p:cNvSpPr txBox="1"/>
          <p:nvPr/>
        </p:nvSpPr>
        <p:spPr>
          <a:xfrm>
            <a:off x="514080" y="6019920"/>
            <a:ext cx="1058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1174040" y="6019920"/>
            <a:ext cx="50400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14080" y="2057400"/>
            <a:ext cx="11163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3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不是再写一个 </a:t>
            </a:r>
            <a:r>
              <a:rPr lang="en-US" sz="3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PPTX </a:t>
            </a:r>
            <a:r>
              <a:rPr lang="zh-CN" sz="3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生成器，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zh-CN" sz="3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是把你的 </a:t>
            </a:r>
            <a:r>
              <a:rPr lang="en-US" sz="3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LibreOffice </a:t>
            </a:r>
            <a:r>
              <a:rPr lang="zh-CN" sz="34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接进来。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14080" y="6019920"/>
            <a:ext cx="1058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1174040" y="6019920"/>
            <a:ext cx="50400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14080" y="1971000"/>
            <a:ext cx="504000" cy="2525040"/>
          </a:xfrm>
          <a:prstGeom prst="rect">
            <a:avLst/>
          </a:prstGeom>
          <a:solidFill>
            <a:srgbClr val="2563E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450080" y="2057400"/>
            <a:ext cx="1022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ctr">
            <a:noAutofit/>
          </a:bodyPr>
          <a:p>
            <a:r>
              <a:rPr lang="zh-CN" sz="28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转换不发现系统 </a:t>
            </a:r>
            <a:r>
              <a:rPr lang="en-US" sz="28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LibreOffice</a:t>
            </a:r>
            <a:r>
              <a:rPr lang="zh-CN" sz="2800" b="0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450080" y="4085640"/>
            <a:ext cx="1022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—— @deepseek-ai/libreoffice-kit README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14080" y="6019920"/>
            <a:ext cx="1058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1174040" y="6019920"/>
            <a:ext cx="50400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4F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14080" y="3017520"/>
            <a:ext cx="648000" cy="43200"/>
          </a:xfrm>
          <a:prstGeom prst="rect">
            <a:avLst/>
          </a:prstGeom>
          <a:solidFill>
            <a:srgbClr val="2563EB"/>
          </a:solidFill>
          <a:ln w="38160">
            <a:noFill/>
          </a:ln>
        </p:spPr>
        <p:txBody>
          <a:bodyPr lIns="90000" tIns="-1800" rIns="90000" bIns="-1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14080" y="3291840"/>
            <a:ext cx="11163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zh-CN" sz="38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第二部分 </a:t>
            </a:r>
            <a:r>
              <a:rPr lang="en-US" sz="38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38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渲染复核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14080" y="4663440"/>
            <a:ext cx="11163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生成完之后，用同一台机器把真实画面渲出来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14080" y="6019920"/>
            <a:ext cx="1058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1174040" y="6019920"/>
            <a:ext cx="50400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4F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14080" y="2331720"/>
            <a:ext cx="11163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4200" b="1" u="none" strike="noStrike">
                <a:solidFill>
                  <a:srgbClr val="111827"/>
                </a:solidFill>
                <a:effectLst/>
                <a:uFillTx/>
                <a:latin typeface="Microsoft YaHei"/>
                <a:ea typeface="Microsoft YaHei"/>
              </a:rPr>
              <a:t>谢谢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14080" y="3840480"/>
            <a:ext cx="11163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生成只是开始，渲染复核才是交付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14080" y="6019920"/>
            <a:ext cx="1058796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dsh-lo-office ·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由本机 </a:t>
            </a: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LibreOffice 26.8 </a:t>
            </a:r>
            <a:r>
              <a:rPr lang="zh-CN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174040" y="6019920"/>
            <a:ext cx="504000" cy="42732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2026-10-22T19:14:13Z</dcterms:created>
  <dc:creator/>
  <dc:description/>
  <dc:language>zh-CN</dc:language>
  <cp:lastModifiedBy/>
  <dcterms:modified xsi:type="dcterms:W3CDTF">2026-10-22T19:14:14Z</dcterms:modified>
  <cp:revision>1</cp:revision>
  <dc:subject/>
  <dc:title/>
</cp:coreProperties>
</file>